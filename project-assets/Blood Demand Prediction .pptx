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25"/>
  </p:notesMasterIdLst>
  <p:sldIdLst>
    <p:sldId id="256" r:id="rId2"/>
    <p:sldId id="278" r:id="rId3"/>
    <p:sldId id="277" r:id="rId4"/>
    <p:sldId id="257" r:id="rId5"/>
    <p:sldId id="258" r:id="rId6"/>
    <p:sldId id="271" r:id="rId7"/>
    <p:sldId id="259" r:id="rId8"/>
    <p:sldId id="269" r:id="rId9"/>
    <p:sldId id="260" r:id="rId10"/>
    <p:sldId id="273" r:id="rId11"/>
    <p:sldId id="261" r:id="rId12"/>
    <p:sldId id="274" r:id="rId13"/>
    <p:sldId id="262" r:id="rId14"/>
    <p:sldId id="275" r:id="rId15"/>
    <p:sldId id="263" r:id="rId16"/>
    <p:sldId id="270" r:id="rId17"/>
    <p:sldId id="276" r:id="rId18"/>
    <p:sldId id="272" r:id="rId19"/>
    <p:sldId id="264" r:id="rId20"/>
    <p:sldId id="265" r:id="rId21"/>
    <p:sldId id="266" r:id="rId22"/>
    <p:sldId id="267" r:id="rId23"/>
    <p:sldId id="268" r:id="rId24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0420F7-1D4C-4D62-96A9-256AB3F46120}" v="102" dt="2025-12-28T13:27:00.5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lampalli Saathvik" userId="e958bb122ac88004" providerId="LiveId" clId="{00B80D4F-7DFB-43A3-9929-3FB4F844D800}"/>
    <pc:docChg chg="custSel addSld delSld modSld sldOrd">
      <pc:chgData name="Kellampalli Saathvik" userId="e958bb122ac88004" providerId="LiveId" clId="{00B80D4F-7DFB-43A3-9929-3FB4F844D800}" dt="2025-12-28T13:29:01.288" v="125" actId="13926"/>
      <pc:docMkLst>
        <pc:docMk/>
      </pc:docMkLst>
      <pc:sldChg chg="modTransition">
        <pc:chgData name="Kellampalli Saathvik" userId="e958bb122ac88004" providerId="LiveId" clId="{00B80D4F-7DFB-43A3-9929-3FB4F844D800}" dt="2025-12-25T17:04:49.733" v="3"/>
        <pc:sldMkLst>
          <pc:docMk/>
          <pc:sldMk cId="0" sldId="256"/>
        </pc:sldMkLst>
      </pc:sldChg>
      <pc:sldChg chg="modTransition">
        <pc:chgData name="Kellampalli Saathvik" userId="e958bb122ac88004" providerId="LiveId" clId="{00B80D4F-7DFB-43A3-9929-3FB4F844D800}" dt="2025-12-25T17:05:19.501" v="8"/>
        <pc:sldMkLst>
          <pc:docMk/>
          <pc:sldMk cId="0" sldId="257"/>
        </pc:sldMkLst>
      </pc:sldChg>
      <pc:sldChg chg="modTransition">
        <pc:chgData name="Kellampalli Saathvik" userId="e958bb122ac88004" providerId="LiveId" clId="{00B80D4F-7DFB-43A3-9929-3FB4F844D800}" dt="2025-12-25T17:05:27.437" v="9"/>
        <pc:sldMkLst>
          <pc:docMk/>
          <pc:sldMk cId="0" sldId="258"/>
        </pc:sldMkLst>
      </pc:sldChg>
      <pc:sldChg chg="modTransition">
        <pc:chgData name="Kellampalli Saathvik" userId="e958bb122ac88004" providerId="LiveId" clId="{00B80D4F-7DFB-43A3-9929-3FB4F844D800}" dt="2025-12-25T17:14:08.749" v="35"/>
        <pc:sldMkLst>
          <pc:docMk/>
          <pc:sldMk cId="0" sldId="259"/>
        </pc:sldMkLst>
      </pc:sldChg>
      <pc:sldChg chg="modTransition">
        <pc:chgData name="Kellampalli Saathvik" userId="e958bb122ac88004" providerId="LiveId" clId="{00B80D4F-7DFB-43A3-9929-3FB4F844D800}" dt="2025-12-25T17:14:49.259" v="39"/>
        <pc:sldMkLst>
          <pc:docMk/>
          <pc:sldMk cId="0" sldId="260"/>
        </pc:sldMkLst>
      </pc:sldChg>
      <pc:sldChg chg="modTransition">
        <pc:chgData name="Kellampalli Saathvik" userId="e958bb122ac88004" providerId="LiveId" clId="{00B80D4F-7DFB-43A3-9929-3FB4F844D800}" dt="2025-12-25T17:15:33.529" v="46"/>
        <pc:sldMkLst>
          <pc:docMk/>
          <pc:sldMk cId="0" sldId="261"/>
        </pc:sldMkLst>
      </pc:sldChg>
      <pc:sldChg chg="modTransition">
        <pc:chgData name="Kellampalli Saathvik" userId="e958bb122ac88004" providerId="LiveId" clId="{00B80D4F-7DFB-43A3-9929-3FB4F844D800}" dt="2025-12-25T17:16:07.700" v="52"/>
        <pc:sldMkLst>
          <pc:docMk/>
          <pc:sldMk cId="0" sldId="262"/>
        </pc:sldMkLst>
      </pc:sldChg>
      <pc:sldChg chg="modTransition">
        <pc:chgData name="Kellampalli Saathvik" userId="e958bb122ac88004" providerId="LiveId" clId="{00B80D4F-7DFB-43A3-9929-3FB4F844D800}" dt="2025-12-25T17:17:17.680" v="62"/>
        <pc:sldMkLst>
          <pc:docMk/>
          <pc:sldMk cId="0" sldId="263"/>
        </pc:sldMkLst>
      </pc:sldChg>
      <pc:sldChg chg="modSp mod modTransition">
        <pc:chgData name="Kellampalli Saathvik" userId="e958bb122ac88004" providerId="LiveId" clId="{00B80D4F-7DFB-43A3-9929-3FB4F844D800}" dt="2025-12-28T13:29:01.288" v="125" actId="13926"/>
        <pc:sldMkLst>
          <pc:docMk/>
          <pc:sldMk cId="0" sldId="264"/>
        </pc:sldMkLst>
        <pc:graphicFrameChg chg="modGraphic">
          <ac:chgData name="Kellampalli Saathvik" userId="e958bb122ac88004" providerId="LiveId" clId="{00B80D4F-7DFB-43A3-9929-3FB4F844D800}" dt="2025-12-28T13:29:01.288" v="125" actId="13926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modTransition">
        <pc:chgData name="Kellampalli Saathvik" userId="e958bb122ac88004" providerId="LiveId" clId="{00B80D4F-7DFB-43A3-9929-3FB4F844D800}" dt="2025-12-25T17:19:15.309" v="80"/>
        <pc:sldMkLst>
          <pc:docMk/>
          <pc:sldMk cId="0" sldId="265"/>
        </pc:sldMkLst>
      </pc:sldChg>
      <pc:sldChg chg="modTransition">
        <pc:chgData name="Kellampalli Saathvik" userId="e958bb122ac88004" providerId="LiveId" clId="{00B80D4F-7DFB-43A3-9929-3FB4F844D800}" dt="2025-12-25T17:18:56.235" v="77"/>
        <pc:sldMkLst>
          <pc:docMk/>
          <pc:sldMk cId="0" sldId="266"/>
        </pc:sldMkLst>
      </pc:sldChg>
      <pc:sldChg chg="modTransition">
        <pc:chgData name="Kellampalli Saathvik" userId="e958bb122ac88004" providerId="LiveId" clId="{00B80D4F-7DFB-43A3-9929-3FB4F844D800}" dt="2025-12-25T17:19:04.182" v="78"/>
        <pc:sldMkLst>
          <pc:docMk/>
          <pc:sldMk cId="0" sldId="267"/>
        </pc:sldMkLst>
      </pc:sldChg>
      <pc:sldChg chg="modTransition">
        <pc:chgData name="Kellampalli Saathvik" userId="e958bb122ac88004" providerId="LiveId" clId="{00B80D4F-7DFB-43A3-9929-3FB4F844D800}" dt="2025-12-25T17:19:23.027" v="81"/>
        <pc:sldMkLst>
          <pc:docMk/>
          <pc:sldMk cId="0" sldId="268"/>
        </pc:sldMkLst>
      </pc:sldChg>
      <pc:sldChg chg="modTransition">
        <pc:chgData name="Kellampalli Saathvik" userId="e958bb122ac88004" providerId="LiveId" clId="{00B80D4F-7DFB-43A3-9929-3FB4F844D800}" dt="2025-12-25T17:23:24.755" v="93"/>
        <pc:sldMkLst>
          <pc:docMk/>
          <pc:sldMk cId="3536992498" sldId="269"/>
        </pc:sldMkLst>
      </pc:sldChg>
      <pc:sldChg chg="modTransition">
        <pc:chgData name="Kellampalli Saathvik" userId="e958bb122ac88004" providerId="LiveId" clId="{00B80D4F-7DFB-43A3-9929-3FB4F844D800}" dt="2025-12-25T17:17:25.956" v="63"/>
        <pc:sldMkLst>
          <pc:docMk/>
          <pc:sldMk cId="1991054830" sldId="270"/>
        </pc:sldMkLst>
      </pc:sldChg>
      <pc:sldChg chg="modTransition">
        <pc:chgData name="Kellampalli Saathvik" userId="e958bb122ac88004" providerId="LiveId" clId="{00B80D4F-7DFB-43A3-9929-3FB4F844D800}" dt="2025-12-25T17:13:50.432" v="33"/>
        <pc:sldMkLst>
          <pc:docMk/>
          <pc:sldMk cId="3921351209" sldId="271"/>
        </pc:sldMkLst>
      </pc:sldChg>
      <pc:sldChg chg="modTransition">
        <pc:chgData name="Kellampalli Saathvik" userId="e958bb122ac88004" providerId="LiveId" clId="{00B80D4F-7DFB-43A3-9929-3FB4F844D800}" dt="2025-12-25T17:18:43.571" v="74"/>
        <pc:sldMkLst>
          <pc:docMk/>
          <pc:sldMk cId="3089918762" sldId="272"/>
        </pc:sldMkLst>
      </pc:sldChg>
      <pc:sldChg chg="modTransition">
        <pc:chgData name="Kellampalli Saathvik" userId="e958bb122ac88004" providerId="LiveId" clId="{00B80D4F-7DFB-43A3-9929-3FB4F844D800}" dt="2025-12-25T17:15:26.499" v="45"/>
        <pc:sldMkLst>
          <pc:docMk/>
          <pc:sldMk cId="1034147573" sldId="273"/>
        </pc:sldMkLst>
      </pc:sldChg>
      <pc:sldChg chg="modTransition">
        <pc:chgData name="Kellampalli Saathvik" userId="e958bb122ac88004" providerId="LiveId" clId="{00B80D4F-7DFB-43A3-9929-3FB4F844D800}" dt="2025-12-25T17:15:48.422" v="49"/>
        <pc:sldMkLst>
          <pc:docMk/>
          <pc:sldMk cId="609393917" sldId="274"/>
        </pc:sldMkLst>
      </pc:sldChg>
      <pc:sldChg chg="modTransition">
        <pc:chgData name="Kellampalli Saathvik" userId="e958bb122ac88004" providerId="LiveId" clId="{00B80D4F-7DFB-43A3-9929-3FB4F844D800}" dt="2025-12-25T17:17:04.877" v="61"/>
        <pc:sldMkLst>
          <pc:docMk/>
          <pc:sldMk cId="3876378108" sldId="275"/>
        </pc:sldMkLst>
      </pc:sldChg>
      <pc:sldChg chg="modTransition">
        <pc:chgData name="Kellampalli Saathvik" userId="e958bb122ac88004" providerId="LiveId" clId="{00B80D4F-7DFB-43A3-9929-3FB4F844D800}" dt="2025-12-25T17:17:59.523" v="67"/>
        <pc:sldMkLst>
          <pc:docMk/>
          <pc:sldMk cId="983389517" sldId="276"/>
        </pc:sldMkLst>
      </pc:sldChg>
      <pc:sldChg chg="modTransition">
        <pc:chgData name="Kellampalli Saathvik" userId="e958bb122ac88004" providerId="LiveId" clId="{00B80D4F-7DFB-43A3-9929-3FB4F844D800}" dt="2025-12-28T13:27:00.520" v="114"/>
        <pc:sldMkLst>
          <pc:docMk/>
          <pc:sldMk cId="2888310472" sldId="277"/>
        </pc:sldMkLst>
      </pc:sldChg>
      <pc:sldChg chg="addSp delSp modSp add mod ord modTransition">
        <pc:chgData name="Kellampalli Saathvik" userId="e958bb122ac88004" providerId="LiveId" clId="{00B80D4F-7DFB-43A3-9929-3FB4F844D800}" dt="2025-12-28T13:26:51.474" v="113"/>
        <pc:sldMkLst>
          <pc:docMk/>
          <pc:sldMk cId="554303176" sldId="278"/>
        </pc:sldMkLst>
        <pc:spChg chg="add del mod">
          <ac:chgData name="Kellampalli Saathvik" userId="e958bb122ac88004" providerId="LiveId" clId="{00B80D4F-7DFB-43A3-9929-3FB4F844D800}" dt="2025-12-28T13:25:20.222" v="103" actId="478"/>
          <ac:spMkLst>
            <pc:docMk/>
            <pc:sldMk cId="554303176" sldId="278"/>
            <ac:spMk id="2" creationId="{86531EAF-F17C-583A-ED44-ADFA30C055EC}"/>
          </ac:spMkLst>
        </pc:spChg>
        <pc:spChg chg="add del">
          <ac:chgData name="Kellampalli Saathvik" userId="e958bb122ac88004" providerId="LiveId" clId="{00B80D4F-7DFB-43A3-9929-3FB4F844D800}" dt="2025-12-28T13:25:32.350" v="105" actId="478"/>
          <ac:spMkLst>
            <pc:docMk/>
            <pc:sldMk cId="554303176" sldId="278"/>
            <ac:spMk id="4" creationId="{114D9849-3321-2A9E-DD5C-D9A1BABCF044}"/>
          </ac:spMkLst>
        </pc:spChg>
        <pc:picChg chg="del">
          <ac:chgData name="Kellampalli Saathvik" userId="e958bb122ac88004" providerId="LiveId" clId="{00B80D4F-7DFB-43A3-9929-3FB4F844D800}" dt="2025-12-28T13:25:15.862" v="100" actId="478"/>
          <ac:picMkLst>
            <pc:docMk/>
            <pc:sldMk cId="554303176" sldId="278"/>
            <ac:picMk id="3" creationId="{0D69BF8E-8E45-AA87-97E9-634B23E1176C}"/>
          </ac:picMkLst>
        </pc:picChg>
        <pc:picChg chg="add mod">
          <ac:chgData name="Kellampalli Saathvik" userId="e958bb122ac88004" providerId="LiveId" clId="{00B80D4F-7DFB-43A3-9929-3FB4F844D800}" dt="2025-12-28T13:25:55.156" v="110" actId="1076"/>
          <ac:picMkLst>
            <pc:docMk/>
            <pc:sldMk cId="554303176" sldId="278"/>
            <ac:picMk id="6" creationId="{F1A243F9-EA28-77F2-91C8-DE7FED974654}"/>
          </ac:picMkLst>
        </pc:picChg>
      </pc:sldChg>
      <pc:sldChg chg="delSp modSp add del mod">
        <pc:chgData name="Kellampalli Saathvik" userId="e958bb122ac88004" providerId="LiveId" clId="{00B80D4F-7DFB-43A3-9929-3FB4F844D800}" dt="2025-12-28T13:25:09.433" v="98" actId="47"/>
        <pc:sldMkLst>
          <pc:docMk/>
          <pc:sldMk cId="4199999728" sldId="278"/>
        </pc:sldMkLst>
        <pc:spChg chg="del">
          <ac:chgData name="Kellampalli Saathvik" userId="e958bb122ac88004" providerId="LiveId" clId="{00B80D4F-7DFB-43A3-9929-3FB4F844D800}" dt="2025-12-28T13:23:26.587" v="97" actId="478"/>
          <ac:spMkLst>
            <pc:docMk/>
            <pc:sldMk cId="4199999728" sldId="278"/>
            <ac:spMk id="2" creationId="{55D5DDE1-C0A4-ED6A-196E-171438C40130}"/>
          </ac:spMkLst>
        </pc:spChg>
        <pc:spChg chg="del">
          <ac:chgData name="Kellampalli Saathvik" userId="e958bb122ac88004" providerId="LiveId" clId="{00B80D4F-7DFB-43A3-9929-3FB4F844D800}" dt="2025-12-28T13:23:26.587" v="97" actId="478"/>
          <ac:spMkLst>
            <pc:docMk/>
            <pc:sldMk cId="4199999728" sldId="278"/>
            <ac:spMk id="3" creationId="{ABD943D2-5A61-C95E-A618-94B38FEE0DFA}"/>
          </ac:spMkLst>
        </pc:spChg>
        <pc:spChg chg="del mod">
          <ac:chgData name="Kellampalli Saathvik" userId="e958bb122ac88004" providerId="LiveId" clId="{00B80D4F-7DFB-43A3-9929-3FB4F844D800}" dt="2025-12-28T13:23:26.587" v="97" actId="478"/>
          <ac:spMkLst>
            <pc:docMk/>
            <pc:sldMk cId="4199999728" sldId="278"/>
            <ac:spMk id="4" creationId="{08388EDE-089F-BDFA-8CC8-B038AF0713C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256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5068E-F3CC-EE20-4AF4-9DEF2E686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E619C-4425-68CF-11CF-715F54A73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ED70C-06FF-8759-E29A-9B20407C18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20442-DAF4-0572-7B1F-C96EE19942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677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10059-9822-9E82-947B-0B126E0A4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76D79F-F9C6-AA38-670F-2DEA1E023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9644DA-75E1-37CA-B9C3-6022C86F5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37A39-68CE-2A4B-E0FB-E63925C999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45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92E8F-3B53-A5C7-FAE2-F803C8A6C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19A1DE-FFFF-3858-5708-1823EE7A8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6BC71-4680-B721-A7B4-7279144A2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287BF-362E-CF98-9A49-8B19606AA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B0B68-C479-A998-7800-4B00049D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02932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09EA-4FDA-834F-A09C-34FFE06DE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8073C-C6FC-5648-8A8F-92145274B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0B25B-2AFD-52A3-735C-3EE82D8CD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6AF42-8F4A-E740-AC11-A3D244BF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12FE9-588E-62D7-6E82-71607E231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57804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F9794-12AA-4F55-AE2C-27DC49FA7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B2CF1-70C2-77DE-1D93-10CE0B211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5E3DF-14DE-0C66-034D-1DF2DD967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71243-67CA-A96F-B831-AAF1960DB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12F4A-1CE1-842F-3E24-5AAB1089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524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63ECA-410C-7E32-14A3-3DF178265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DF1BD-C8AD-C446-E375-F99C84C9DC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8C6CB-DCE4-2A61-AE4B-7D66BE1C2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76DD2-0BC7-2C19-56C8-8921A305B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BF1E8-F37C-52A9-EDF2-1D94D5DF5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4D353-26C3-37A3-CB9F-4A0319E08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3301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A88B8-2F2B-96DC-944A-C66A77835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9646A-514C-D24C-91EE-E0BC5FB59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F339A7-E498-B475-F135-B009A2434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1E0B6B-C806-EC0A-810A-44A4D9202E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A2860B-8CCC-B5AD-5BD2-7B64B77A0A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04F4EA-E944-5DB1-EFC4-DFA4BAD0E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AF5C04-8CEB-261A-18D5-97095BB8F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C96D78-733E-1A91-D7A5-966ACBEFA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92075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61972-C4AC-A175-ABAF-2C4E2B5C3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406928-1134-B716-6882-A9C50683D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C835E6-F9C2-1CB8-1993-38CE5505E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DC120E-5702-72B7-E603-E26FA5658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74802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1272F5-E828-B11E-2FAB-B8C4C8EB8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AF9C8C-B614-2EA2-C832-8CDF52292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C62FF-19DB-10F0-B9B8-181AAADAD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017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BF94D-3DFC-9727-8A70-0F1997ADE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A8B21-929C-6C37-3E01-62A5FBD46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7D3D3-20E7-6AFE-C6D2-361EBC3C5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145E6-0BDC-F1C3-FD4C-5A5FF576F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86ED23-2B48-AB80-4BE8-01CFDDDCE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75AEC-21FC-9A81-9396-1989DB78C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0019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8DD86-0010-FB5E-2B3C-B26F83EF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8EC121-C3A3-7CE1-A0D7-A9301CACEB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D9FD0-CD30-47E9-8DD6-0235E2B79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BF997-8E9D-95A0-8434-578D6E1AF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1A760-29B5-E72A-47EA-E55361F8F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BD88F-F00F-605D-B5BB-A510DC2DF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61954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D4040-0D17-8993-5B3C-B32DF9DB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A58BD-C6A3-0190-CE97-CB32A9501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B143B-A482-7AD2-5AE5-6995EB9E2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6E1B9-060D-BAA7-CFB8-94131C25F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8BCE2-2DC3-8B63-010C-9894A3EFE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8950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D4D537-244C-2A32-B2C0-7918B5EE54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FB26A5-B564-6D1D-6651-D7137E15E1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FFB53-5F7F-4AB7-5C3D-90764ADBB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54369-BA36-898B-6A22-40CF08ED0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393B9-B5A6-919F-E679-060A8BEE5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2505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0406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9C3761-8EAF-7E49-371A-C963C386E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5AC65-5AC4-1596-4384-35CBE354F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60C95-C80F-4B96-DD7A-84F0A6E00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81FF3-5AE3-034B-7569-297EC7C720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15D95-56C2-B885-7DBA-65E26F7040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565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9326" y="1670685"/>
            <a:ext cx="71253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Demand Prediction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284729" y="2508885"/>
            <a:ext cx="45745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Emergency Preparedness System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85876" y="3286125"/>
            <a:ext cx="3372129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Innovation for Better Resource Management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05A3F-08FC-286A-36E0-9BB18FE0D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timeline of project management&#10;&#10;AI-generated content may be incorrect.">
            <a:extLst>
              <a:ext uri="{FF2B5EF4-FFF2-40B4-BE49-F238E27FC236}">
                <a16:creationId xmlns:a16="http://schemas.microsoft.com/office/drawing/2014/main" id="{F1A243F9-EA28-77F2-91C8-DE7FED974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797" y="0"/>
            <a:ext cx="510334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031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4A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E33BCE-8572-1A52-FB10-A93D2A138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9F193E-2C81-3D04-4431-C4B74A86426C}"/>
              </a:ext>
            </a:extLst>
          </p:cNvPr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ED708F-88BA-FE35-E825-4D76B0F4D4D5}"/>
              </a:ext>
            </a:extLst>
          </p:cNvPr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banks are critical lifelines during emergencies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Sudden spikes occur during accidents, surgeries, disasters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planning leads to stock-outs and delayed care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shift from reactive to proactive planning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888310472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LM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Napkin AI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</a:t>
            </a: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blood bank operations rely on historical averages and manual planning.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10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Delayed response during emergencies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Frequent stock-outs and high procurement costs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</a:t>
            </a: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predictive capability for demand spikes</a:t>
            </a:r>
            <a:endParaRPr lang="en-US" sz="1350" dirty="0"/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bucket of water&#10;&#10;AI-generated content may be incorrect.">
            <a:extLst>
              <a:ext uri="{FF2B5EF4-FFF2-40B4-BE49-F238E27FC236}">
                <a16:creationId xmlns:a16="http://schemas.microsoft.com/office/drawing/2014/main" id="{E9FDB70D-AFAF-14A4-9AC8-277C7AE6F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610" y="78723"/>
            <a:ext cx="4790779" cy="476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3512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249681"/>
          <a:ext cx="7924800" cy="2011680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Source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65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Historical Blood Usage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Identify consumption trends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Accident Records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 emergency demand spikes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Surgery Schedules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Estimate planned blood usage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Seasonal Trends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for predictable variations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Inputs for Prediction</a:t>
            </a:r>
            <a:endParaRPr lang="en-US" sz="2700" dirty="0"/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EDAE19-8B95-4F71-7F8F-A19053514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tree with roots&#10;&#10;AI-generated content may be incorrect.">
            <a:extLst>
              <a:ext uri="{FF2B5EF4-FFF2-40B4-BE49-F238E27FC236}">
                <a16:creationId xmlns:a16="http://schemas.microsoft.com/office/drawing/2014/main" id="{E69EB6E1-6B95-09E9-569B-E726CB02E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125" y="169558"/>
            <a:ext cx="4645749" cy="470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992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249680"/>
          <a:ext cx="7924800" cy="1158240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O+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A+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B+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AB+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65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1,105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520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1,410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Blood Demand Trends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09600" y="2560320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sz="10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O+ has highest demand; demand increases seasonally</a:t>
            </a:r>
            <a:endParaRPr lang="en-US" sz="1050" dirty="0"/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blood groups&#10;&#10;AI-generated content may be incorrect.">
            <a:extLst>
              <a:ext uri="{FF2B5EF4-FFF2-40B4-BE49-F238E27FC236}">
                <a16:creationId xmlns:a16="http://schemas.microsoft.com/office/drawing/2014/main" id="{487D4D66-3C86-8DBE-0C3B-5730849AA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18" y="84779"/>
            <a:ext cx="7179764" cy="475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47573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249680"/>
          <a:ext cx="7924800" cy="1607820"/>
        </p:xfrm>
        <a:graphic>
          <a:graphicData uri="http://schemas.openxmlformats.org/drawingml/2006/table">
            <a:tbl>
              <a:tblPr/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9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Type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Patients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 Required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65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 Accident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 units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Industrial Accident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 units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 Disaster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 units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Demand Spikes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09600" y="3009900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r>
              <a:rPr lang="en-US" sz="10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Cannot handle with average-based planning alone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emergency events&#10;&#10;AI-generated content may be incorrect.">
            <a:extLst>
              <a:ext uri="{FF2B5EF4-FFF2-40B4-BE49-F238E27FC236}">
                <a16:creationId xmlns:a16="http://schemas.microsoft.com/office/drawing/2014/main" id="{231C8E18-9DB4-BEBE-050C-D293AA07B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641" y="127169"/>
            <a:ext cx="6432718" cy="465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3939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Prediction System Design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Historical data, accident records, surgery schedules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Processing:</a:t>
            </a: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model analyzes patterns and trends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Demand forecasts and stock level recommendations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Alerts to blood banks for proactive planning</a:t>
            </a:r>
            <a:endParaRPr lang="en-US" sz="1350" dirty="0"/>
          </a:p>
        </p:txBody>
      </p:sp>
    </p:spTree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mparison between a stock and a comparison&#10;&#10;AI-generated content may be incorrect.">
            <a:extLst>
              <a:ext uri="{FF2B5EF4-FFF2-40B4-BE49-F238E27FC236}">
                <a16:creationId xmlns:a16="http://schemas.microsoft.com/office/drawing/2014/main" id="{807994AB-351E-604B-8D7D-66EFDE7A1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77" y="285750"/>
            <a:ext cx="7245246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3781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249680"/>
          <a:ext cx="7924800" cy="160782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19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Predicted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65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1,268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1,245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1,452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1,470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1,580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1,602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Prediction Accuracy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09600" y="3009900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r>
              <a:rPr lang="en-US" sz="10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Predictions are close to actual demand</a:t>
            </a:r>
            <a:endParaRPr lang="en-US" sz="1050" dirty="0"/>
          </a:p>
        </p:txBody>
      </p:sp>
    </p:spTree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white lines and numbers&#10;&#10;AI-generated content may be incorrect.">
            <a:extLst>
              <a:ext uri="{FF2B5EF4-FFF2-40B4-BE49-F238E27FC236}">
                <a16:creationId xmlns:a16="http://schemas.microsoft.com/office/drawing/2014/main" id="{E356D0DF-1B7E-344C-CC35-DE69F9010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90" y="181669"/>
            <a:ext cx="7505619" cy="458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0548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30558C59-8F87-638F-A22F-0717282A4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89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blood pressure&#10;&#10;AI-generated content may be incorrect.">
            <a:extLst>
              <a:ext uri="{FF2B5EF4-FFF2-40B4-BE49-F238E27FC236}">
                <a16:creationId xmlns:a16="http://schemas.microsoft.com/office/drawing/2014/main" id="{A417C20F-0A9B-D7BF-7AF9-FA2516EC6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098" y="979032"/>
            <a:ext cx="6271803" cy="318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9187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40895"/>
              </p:ext>
            </p:extLst>
          </p:nvPr>
        </p:nvGraphicFramePr>
        <p:xfrm>
          <a:off x="609600" y="1249682"/>
          <a:ext cx="7924800" cy="1973580"/>
        </p:xfrm>
        <a:graphic>
          <a:graphicData uri="http://schemas.openxmlformats.org/drawingml/2006/table">
            <a:tbl>
              <a:tblPr/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7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65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7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Stock-outs/month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7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Procurement Cost</a:t>
                      </a:r>
                      <a:endParaRPr lang="en-US" sz="108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₹3,50,000</a:t>
                      </a:r>
                      <a:endParaRPr lang="en-US" sz="108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₹1,40,000</a:t>
                      </a:r>
                      <a:endParaRPr lang="en-US" sz="108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7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Blood Wastage</a:t>
                      </a:r>
                      <a:endParaRPr lang="en-US" sz="108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9%</a:t>
                      </a:r>
                      <a:endParaRPr lang="en-US" sz="108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4%</a:t>
                      </a:r>
                      <a:endParaRPr lang="en-US" sz="108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7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Response Time</a:t>
                      </a:r>
                      <a:endParaRPr lang="en-US" sz="108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 hrs</a:t>
                      </a:r>
                      <a:endParaRPr lang="en-US" sz="108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 hrs</a:t>
                      </a:r>
                      <a:endParaRPr lang="en-US" sz="108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Impact: Before vs After</a:t>
            </a:r>
            <a:endParaRPr lang="en-US" sz="2700" dirty="0"/>
          </a:p>
        </p:txBody>
      </p:sp>
    </p:spTree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Cost-Benefit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</a:t>
            </a: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Software, data integration, staff training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Savings:</a:t>
            </a: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₹2,10,000/month in emergency procurement costs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Payoff:</a:t>
            </a: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2-3 months for ROI at scale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</a:t>
            </a: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Lives saved, better resource utilization</a:t>
            </a:r>
            <a:endParaRPr lang="en-US" sz="1350" dirty="0"/>
          </a:p>
        </p:txBody>
      </p:sp>
    </p:spTree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Assessment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Technical:</a:t>
            </a: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Existing AI/ML infrastructure is mature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Operational:</a:t>
            </a: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Integrates with existing blood bank systems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Ethical:</a:t>
            </a: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Transparent, supports human decision-making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</a:t>
            </a: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Highly feasible for implementation</a:t>
            </a:r>
            <a:endParaRPr lang="en-US" sz="1350" dirty="0"/>
          </a:p>
        </p:txBody>
      </p:sp>
    </p:spTree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65109" y="609600"/>
            <a:ext cx="34136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65754" y="2038350"/>
            <a:ext cx="681237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Reactive to Proactive:</a:t>
            </a:r>
            <a:r>
              <a:rPr lang="en-US" sz="15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AI-driven prediction enables better planning </a:t>
            </a:r>
            <a:endParaRPr lang="en-US" sz="1500" dirty="0"/>
          </a:p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Savings:</a:t>
            </a:r>
            <a:r>
              <a:rPr lang="en-US" sz="15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₹2,10,000/month reduction in emergency costs </a:t>
            </a:r>
            <a:endParaRPr lang="en-US" sz="1500" dirty="0"/>
          </a:p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Saved:</a:t>
            </a:r>
            <a:r>
              <a:rPr lang="en-US" sz="15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Faster response times, consistent blood availability </a:t>
            </a:r>
            <a:endParaRPr lang="en-US" sz="1500" dirty="0"/>
          </a:p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Impact:</a:t>
            </a:r>
            <a:r>
              <a:rPr lang="en-US" sz="15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Detailed data shows real operational benefits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1804034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545923" y="2581275"/>
            <a:ext cx="20520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52758" y="3152775"/>
            <a:ext cx="2638365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Blood Demand Prediction System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433</Words>
  <Application>Microsoft Office PowerPoint</Application>
  <PresentationFormat>On-screen Show (16:9)</PresentationFormat>
  <Paragraphs>137</Paragraphs>
  <Slides>23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Kellampalli Saathvik</cp:lastModifiedBy>
  <cp:revision>2</cp:revision>
  <dcterms:created xsi:type="dcterms:W3CDTF">2025-12-22T02:56:08Z</dcterms:created>
  <dcterms:modified xsi:type="dcterms:W3CDTF">2025-12-28T13:29:01Z</dcterms:modified>
</cp:coreProperties>
</file>